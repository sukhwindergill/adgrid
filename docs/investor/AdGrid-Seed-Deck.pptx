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72898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6146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SEED ROUND · $3.2M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105156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600" b="1">
                <a:solidFill>
                  <a:srgbClr val="EDEFF3"/>
                </a:solidFill>
                <a:latin typeface="Arial Narrow"/>
              </a:rPr>
              <a:t>Every screen is a billboard.</a:t>
            </a:r>
          </a:p>
          <a:p>
            <a:pPr algn="l">
              <a:lnSpc>
                <a:spcPct val="98000"/>
              </a:lnSpc>
            </a:pPr>
            <a:r>
              <a:rPr sz="4600" b="1">
                <a:solidFill>
                  <a:srgbClr val="EDEFF3"/>
                </a:solidFill>
                <a:latin typeface="Arial Narrow"/>
              </a:rPr>
              <a:t>None of them are for sale.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520440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D97AC"/>
                </a:solidFill>
                <a:latin typeface="Segoe UI"/>
              </a:rPr>
              <a:t>AdGrid is the self-serve marketplace that lets any business with a screen — a café, a gym, a laundromat, a lobby — sell ad space the same way Shopify let anyone sell a product. No sales calls, no IOs, no minimums.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FF3"/>
                </a:solidFill>
                <a:latin typeface="Arial Narrow"/>
              </a:rPr>
              <a:t>Digital out-of-home just had its consolidation moment.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Three acquisitions in the last twelve months collapsed the programmatic DOOH stack into a handful of enterprise players — and left the long tail of independent screen owners with nowhere to 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38328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98064"/>
            <a:ext cx="30540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Broadsign → acquires Place Exchange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108960"/>
            <a:ext cx="305409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Nov 2025. Fourth M&amp;A in seven years. Now the largest DOOH platform — 1.8M screens, 370 employees.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651760"/>
            <a:ext cx="338328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798064"/>
            <a:ext cx="30540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T-Mobile → acquires Vistar Media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108960"/>
            <a:ext cx="305409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The leading end-to-end DOOH SSP/DSP folded into a telco's ad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2651760"/>
            <a:ext cx="338328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2" y="2798064"/>
            <a:ext cx="305409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Perion → acquires Hivestack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3108960"/>
            <a:ext cx="305409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Another independent programmatic DOOH platform absorbed into a larger ad-tech holding 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DEFF3"/>
                </a:solidFill>
                <a:latin typeface="Segoe UI"/>
              </a:rPr>
              <a:t>Every remaining platform sells to media buyers and national networks. None of them onboard a laundromat with one screen and a Wi-Fi router.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A $22B market, growing 12% a year — and the programmatic slice is growing faster still.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B238"/>
                </a:solidFill>
                <a:latin typeface="Consolas"/>
              </a:rPr>
              <a:t>$22.5B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6148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GLOBAL DOOH AD SPEND,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1945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B238"/>
                </a:solidFill>
                <a:latin typeface="Consolas"/>
              </a:rPr>
              <a:t>$56.1B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76148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PROJECTED DOOH SPEND, 2034 (12.1% CAGR)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1945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38E1C6"/>
                </a:solidFill>
                <a:latin typeface="Consolas"/>
              </a:rPr>
              <a:t>17.0%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76148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CAGR OF THE PROGRAMMATIC DOOH PLATFORM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Programmatic DOOH platform spend alone is projected to reach $12.9B by 2030. Almost none of that inventory comes from independently owned screens — because no self-serve rail exists to bring them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A two-sided, self-serve marketplace — not another enterprise SSP.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120640" cy="17373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249424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For operators (screen owners)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60320"/>
            <a:ext cx="4791456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List a screen in minutes. AdGrid handles the player software, ad approval queue, and payout — the operator sets a floor price and gets paid.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103120"/>
            <a:ext cx="5120640" cy="17373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2249424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For advertisers (any local business)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2560320"/>
            <a:ext cx="4791456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 guided campaign wizard — pick an area, pick screens, set a budget, pay by card. No media buyer, no minimum spend, live in a 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AdGrid takes a transaction fee on every campaign. No enterprise sales team, no IOs — the product is the sales motion.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Money and measurement, closed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331720" cy="9144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0025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Advertiser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20025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builds campaign, pays by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21408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828800"/>
            <a:ext cx="2331720" cy="9144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75104"/>
            <a:ext cx="20025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AdGrid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86000"/>
            <a:ext cx="20025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routes creative, holds funds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121408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2331720" cy="9144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975104"/>
            <a:ext cx="20025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Screen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86000"/>
            <a:ext cx="20025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plays creative, shows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121408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828800"/>
            <a:ext cx="2331720" cy="9144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975104"/>
            <a:ext cx="20025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Consumer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286000"/>
            <a:ext cx="20025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tracked, then redirected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971800"/>
            <a:ext cx="2331720" cy="9144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118104"/>
            <a:ext cx="20025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Scan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429000"/>
            <a:ext cx="20025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feeds advertiser dashboard + pixel forwarding (Meta / Google Conversions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3264408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2971800"/>
            <a:ext cx="2331720" cy="9144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3118104"/>
            <a:ext cx="20025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Payout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9312" y="3429000"/>
            <a:ext cx="20025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AdGrid keeps take rate, transfers the rest to the operator via Stripe Connect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16052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The advertiser only re-ups if the screen produced measurable scans. That closed loop — pay, play, prove, pay-out — is the whole product.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WHERE WE ACTUALLY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DEFF3"/>
                </a:solidFill>
                <a:latin typeface="Arial Narrow"/>
              </a:rPr>
              <a:t>Built, piloted, and verified — with a named punch list before public launch.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D97AC"/>
                </a:solidFill>
                <a:latin typeface="Segoe UI"/>
              </a:rPr>
              <a:t>We ran a live verification pass against production data this month. Here's the real state, not the pitch version.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DEFF3"/>
                </a:solidFill>
                <a:latin typeface="Consola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SCREENS ONBOARDED (PILOT NETWORK)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DEFF3"/>
                </a:solidFill>
                <a:latin typeface="Consola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529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SCREENS LIVE IN PRODUCTION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DEFF3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529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OPERATOR PARTNERS TRANSACTING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5120640" cy="20116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" y="357530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38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38E1C6"/>
                </a:solidFill>
                <a:latin typeface="Consolas"/>
              </a:rPr>
              <a:t>PROVEN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Proven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33672"/>
            <a:ext cx="47914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Advertiser signup → 5-step campaign wizard → review → pay-wall runs end-to-end on real infrastructure. Screen onboarding, approval queue, and role-based dashboards all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3429000"/>
            <a:ext cx="5120640" cy="20116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357530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FB238"/>
                </a:solidFill>
                <a:latin typeface="Consolas"/>
              </a:rPr>
              <a:t>FUNDED 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3922776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Funded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233672"/>
            <a:ext cx="4791456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Scan tracking, operator payouts, and tenant data isolation are built but not yet wired end-to-end in production. This is the first 90 days of engineering the round funds.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90-DAY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Three fixes stand between pilot and self-serve public launch.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11096"/>
            <a:ext cx="7863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EFF3"/>
                </a:solidFill>
                <a:latin typeface="Segoe UI"/>
              </a:rPr>
              <a:t>Activate scan-based measurement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QR redirect + pixel-forwarding service is built and tested in isolation. Repoint the on-screen QR through it so every scan is counted — this is the product's headline metric.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1488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B238"/>
                </a:solidFill>
                <a:latin typeface="Consolas"/>
              </a:rPr>
              <a:t>WEEKS 1–3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45536"/>
            <a:ext cx="7863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EFF3"/>
                </a:solidFill>
                <a:latin typeface="Segoe UI"/>
              </a:rPr>
              <a:t>Turn on operator payouts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Stripe Connect integration exists in the charge pipeline. Make onboarding a required step so operator transfers actually execute, not just advertiser charges.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38328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B238"/>
                </a:solidFill>
                <a:latin typeface="Consolas"/>
              </a:rPr>
              <a:t>WEEKS 2–5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5196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79976"/>
            <a:ext cx="7863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EFF3"/>
                </a:solidFill>
                <a:latin typeface="Segoe UI"/>
              </a:rPr>
              <a:t>Harden tenant data isolation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Scope operator revenue and internal fields out of advertiser-facing data access. Security review before any self-serve public signup.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461772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B238"/>
                </a:solidFill>
                <a:latin typeface="Consolas"/>
              </a:rPr>
              <a:t>WEEKS 1–2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These are scoped, known, and estimated — not open-ended risk. This is exactly the work a funded engineering team clears before opening the doors.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Start where nobody else will sell direct.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56032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12264"/>
            <a:ext cx="22311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Cafés &amp; laundromats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23160"/>
            <a:ext cx="223113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High dwell time, zero sales-team coverage today.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65960"/>
            <a:ext cx="256032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2112264"/>
            <a:ext cx="22311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Gyms &amp; studios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423160"/>
            <a:ext cx="223113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Captive local audience, existing screen hardware.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65960"/>
            <a:ext cx="256032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12264"/>
            <a:ext cx="22311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Elevator &amp; lobby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423160"/>
            <a:ext cx="223113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Property managers, one screen per building, easy repeat.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965960"/>
            <a:ext cx="2560320" cy="15544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2" y="2112264"/>
            <a:ext cx="223113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Local retail chains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2" y="2423160"/>
            <a:ext cx="2231136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Multi-location owners = multi-screen operators in one signup.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40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Every enterprise DOOH platform requires a media-buyer relationship to transact. AdGrid requires a credit card. That's the wedge into the segment the consolidation just abandoned.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Nobody else is self-serve on both sides.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8424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98424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BUYER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8424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SCREEN OWNER ONBOARDING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98424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MINIMUM SPEND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237743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248716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Broadsign + Place Exchange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48716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Media buyer / DSP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8716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Sales-assisted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48716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Enterprise IOs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288035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299008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Vistar Media (T-Mobile)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99008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Media buyer / DSP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9008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Sales-assisted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99008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Enterprise 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38327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349300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Hivestack (Perion)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49300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Media buyer / DSP seat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9300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Sales-assisted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349300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Enterprise IOs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388619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0080" y="3886199"/>
            <a:ext cx="10698480" cy="502920"/>
          </a:xfrm>
          <a:prstGeom prst="rect">
            <a:avLst/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9592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8E1C6"/>
                </a:solidFill>
                <a:latin typeface="Segoe UI"/>
              </a:rPr>
              <a:t>AdGrid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99592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DEFF3"/>
                </a:solidFill>
                <a:latin typeface="Segoe UI"/>
              </a:rPr>
              <a:t>Self-serve, card on 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99592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DEFF3"/>
                </a:solidFill>
                <a:latin typeface="Segoe UI"/>
              </a:rPr>
              <a:t>Self-serve, screen + Wi-Fi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99592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DEFF3"/>
                </a:solidFill>
                <a:latin typeface="Segoe UI"/>
              </a:rPr>
              <a:t>None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438911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466343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This isn't a claim we're better at their game. It's that their game requires a sales team on both sides — and the market they just consolidated around doesn't include the screens that don't have one.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Take rate on every transaction. No seat fees, no 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120640" cy="28346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66544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77440"/>
            <a:ext cx="4791456" cy="2359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 platform fee on every advertiser campaign, deducted before the operator payout. Scales directly with campaign volume — no separate SaaS tier to sell.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06324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Advertiser pays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310134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90672" y="310134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30378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42900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Operator payout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346710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90672" y="3467100"/>
            <a:ext cx="1492300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3403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~80%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7947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AdGrid take 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90672" y="383286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90672" y="3832860"/>
            <a:ext cx="373075" cy="146304"/>
          </a:xfrm>
          <a:prstGeom prst="roundRect">
            <a:avLst>
              <a:gd name="adj" fmla="val 50000"/>
            </a:avLst>
          </a:prstGeom>
          <a:solidFill>
            <a:srgbClr val="FFB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376936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~20%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920240"/>
            <a:ext cx="5120640" cy="28346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2" y="2066544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Why self-serve compounds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2377440"/>
            <a:ext cx="4791456" cy="2359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Every new screen is inventory with zero incremental sales cost. Every new advertiser is demand with zero incremental sales cost. Both sides onboard themselves — the marketplace gets denser, not more expensive to run.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DEFF3"/>
                </a:solidFill>
                <a:latin typeface="Arial Narrow"/>
              </a:rPr>
              <a:t>$3.2M seed to fund the team and the hardware kit that gets screens live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12264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Use of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23160"/>
            <a:ext cx="4791456" cy="2542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231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Engineering &amp; product team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246126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90672" y="2461260"/>
            <a:ext cx="839419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239776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45%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7889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Operator hardware kits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282702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90672" y="2827020"/>
            <a:ext cx="466344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2763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Go-to-market &amp; sales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90672" y="319278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90672" y="3192780"/>
            <a:ext cx="373075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31292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52044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Ops &amp; runway buffer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90672" y="355854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90672" y="3558540"/>
            <a:ext cx="186537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34950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10%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196596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2" y="2112264"/>
            <a:ext cx="47914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The hardware 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2423160"/>
            <a:ext cx="4791456" cy="2542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Not custom displays — a standardized player box + mount that pairs with commodity screens an operator already owns. It turns “sign up” into “screen is live” without a truck roll or a technician. Removes the single biggest friction point in operator onboarding.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A founder-built platform, ready for a founding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AdGrid is built and operated by a solo founder with contractor support today — the full advertiser and operator product, payments pipeline, and mobile app already shipped. This round funds the first full-time hires.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3520440" cy="14630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752344"/>
            <a:ext cx="31912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Founding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063240"/>
            <a:ext cx="3191256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Owns the 90-day roadmap: measurement, payouts, security hardening.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606040"/>
            <a:ext cx="3520440" cy="14630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2752344"/>
            <a:ext cx="31912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Operator success / GTM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063240"/>
            <a:ext cx="3191256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Runs the hardware kit rollout and the first 100 operator signups by hand.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606040"/>
            <a:ext cx="3520440" cy="14630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752344"/>
            <a:ext cx="31912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Founder (existing)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3063240"/>
            <a:ext cx="3191256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Product, fundraising, and the first advertiser relationships.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WHAT THIS ROUND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DEFF3"/>
                </a:solidFill>
                <a:latin typeface="Arial Narrow"/>
              </a:rPr>
              <a:t>18 months to a proven, self-serve, two-sided marketplace.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204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06654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FB238"/>
                </a:solidFill>
                <a:latin typeface="Consolas"/>
              </a:rPr>
              <a:t>0–3 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31912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Close 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24912"/>
            <a:ext cx="319125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Measurement, payouts, and tenant security live in production. Public self-serve signup opens.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06654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FB238"/>
                </a:solidFill>
                <a:latin typeface="Consolas"/>
              </a:rPr>
              <a:t>3–9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14016"/>
            <a:ext cx="31912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Prove the wedge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724912"/>
            <a:ext cx="319125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Hardware kit ships to first 100 operators across 3 GTM verticals. First recurring advertiser cohort.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20240"/>
            <a:ext cx="35204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206654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38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38E1C6"/>
                </a:solidFill>
                <a:latin typeface="Consolas"/>
              </a:rPr>
              <a:t>9–18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414016"/>
            <a:ext cx="31912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Scale the network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2724912"/>
            <a:ext cx="319125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Revenue run-rate and screen density sufficient to raise a Series A on real usage, not pilot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8204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7061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1143000"/>
            <a:ext cx="106984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DEFF3"/>
                </a:solidFill>
                <a:latin typeface="Arial Narrow"/>
              </a:rPr>
              <a:t>The DOOH giants just consolidated toward each other.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260604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38E1C6"/>
                </a:solidFill>
                <a:latin typeface="Arial Narrow"/>
              </a:rPr>
              <a:t>We're building for everyone they left out.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3749039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AdGrid · Seed round · $3.2M · gillsukhwinder9000@gmail.com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THANK YOU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3855" y="640080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